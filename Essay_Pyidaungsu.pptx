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82B49"/>
                </a:solidFill>
                <a:latin typeface="Pyidaungsu"/>
              </a:defRPr>
            </a:pPr>
            <a:r>
              <a:t>ပညာရေးနှင့ျ ခတျေမီဖှံ့ဖွိုးတိုးတကျသော လူငယျမြား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  <a:latin typeface="Pyidaungsu"/>
              </a:defRPr>
            </a:pPr>
            <a:r>
              <a:t>၁။ နိဒါန်း (Introduction)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  <a:latin typeface="Pyidaungsu"/>
              </a:defRPr>
            </a:pPr>
            <a:r>
              <a:t>• ခေတ်မီဖွံ့ဖြိုးတိုးတက်သော နိုင်ငံတော်သစ်ကြီး တည်ဆောက်ရာတွင် လူငယ်တို့၏ အခန်းကဏ္ဍသည် အလွန်အရေးကြီးပါသည်။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  <a:latin typeface="Pyidaungsu"/>
              </a:defRPr>
            </a:pPr>
            <a:r>
              <a:t>• ပညာရေးသည် လူငယ်များ၏ အနာဂတ်ကို ဖန်တီးပေးသည့် အဓိကသော့ချက် ဖြစ်ပါသည်။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  <a:latin typeface="Pyidaungsu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  <a:latin typeface="Pyidaungsu"/>
              </a:defRPr>
            </a:pPr>
            <a:r>
              <a:t>၂။ ပညာရေး၏ အခန်းကဏ္ဍ (Role of Education)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  <a:latin typeface="Pyidaungsu"/>
              </a:defRPr>
            </a:pPr>
            <a:r>
              <a:t>• စာပေပညာသာမက နည်းပညာနှင့် ဗဟုသုတများကိုပါ စဉ်ဆက်မပြတ် ဆည်းပူးသင်ယူရမည် ဖြစ်ပါသည်။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  <a:latin typeface="Pyidaungsu"/>
              </a:defRPr>
            </a:pPr>
            <a:r>
              <a:t>• အသိပညာ၊ အတတ်ပညာနှင့် ပြည့်စုံသော လူငယ်များပေါ်ထွက်လာမှသာ နိုင်ငံတော် တိုးတက်မည် ဖြစ်ပါသည်။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  <a:latin typeface="Pyidaungsu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  <a:latin typeface="Pyidaungsu"/>
              </a:defRPr>
            </a:pPr>
            <a:r>
              <a:t>၃။ နိဂုံး (Conclusion)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  <a:latin typeface="Pyidaungsu"/>
              </a:defRPr>
            </a:pPr>
            <a:r>
              <a:t>• လူငယ်တို့သည် နိုင်ငံတော်၏ အနာဂတ် ရတနာများ ဖြစ်ကြသည်နှင့်အညီ ဗလငါးတန်နှင့် ပြည့်စုံသော သားကောင်းရတနာများ ဖြစ်အောင် ကြိုးစားကြပါစို့။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